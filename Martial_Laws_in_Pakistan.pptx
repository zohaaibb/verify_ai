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7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Martial Laws in Pakistan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Pakistan Studies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3291840"/>
            <a:ext cx="36576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Submitted by: Muhammad Zohaib Zafar
</a:t>
            </a: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Roll No: 223624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Introduction – What is Martial Law?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Historical Background of Pakistan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Martial Law of 1958 – Ayub Khan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Ayub Khan's Regime (1958–1969)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Martial Law of 1969 – Yahya Khan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Yahya Khan &amp; Fall of East Pakistan (1971)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Martial Law of 1977 – Zia-ul-Haq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Zia-ul-Haq's Islamization &amp; Era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9. Martial Law of 1999 – Pervez Musharraf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10. Musharraf's Regime (1999–2008)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11. Comparison of Martial Laws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12. Causes of Martial Laws in Pakistan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13. Effects on Democracy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14. Role of Judiciary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15. Constitutional Amendments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16. Impact on Society &amp; Economy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17. Lessons Learned &amp;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Martial Law?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Temporary military control over civilian functions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Imposed during emergencies, war, or political instability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Constitution is suspended or partially set aside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Armed forces assume administrative and judicial authority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Fundamental rights may be restricted or suspended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Often justified as a 'corrective measure' to restore order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Historical Background of Pakistan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Pakistan gained independence on August 14, 1947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Early political instability: 7 PMs in first 10 years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Weak constitutional framework until 1956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 constitution adopted in 1956 (parliamentary system)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Political infighting, corruption allegations, and governance failures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Ayub Khan's coup in 1958 — first martial law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 a precedent for military intervention in politics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Martial Law of 1958 — Ayub Khan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Imposed on October 7, 1958 by President Iskander Mirza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Mirza abrogated the constitution and declared martial law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Ayub Khan appointed as Chief Martial Law Administrator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Within 20 days, Ayub ousted Mirza in a counter-coup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Ayub ruled from 1958 to 1969 — Pakistan's first military ruler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Martial law regulations (MLRs) enforced across the country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Ayub Khan's Regime (1958–1969)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Introduced 'Basic Democracies' system — indirect elections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Constitution of 1962 — presidential system with strong executive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Economic growth period — 'Decade of Development' (6% GDP)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Industrialization, Green Revolution, and dam construction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Press censorship and political repression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1965 war with India; Tashkent Agreement (1966)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Growing discontent led to mass protests; resigned June 1969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Martial Law of 1969 — Yahya Khan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Imposed on March 25, 1969 after Ayub's resignation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Yahya Khan became Chief Martial Law Administrator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Abrogated the 1962 constitution and dissolved assemblies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Promised a return to parliamentary democracy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Held Pakistan's first general elections on December 7, 1970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Election results led to political deadlock between East &amp; West Pakistan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Yahya Khan &amp; the Fall of East Pakistan (1971)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Awami League (Sheikh Mujib) won absolute majority in 1970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West Pakistani establishment refused to transfer power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Military operation 'Searchlight' launched in East Pakistan (March 1971)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India intervened militarily; Indo-Pak War of 1971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Pakistan surrendered on December 16, 1971 — Bangladesh created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Yahya Khan resigned; Zulfikar Ali Bhutto took over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Worst military and political disaster in Pakistan's history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Martial Law of 1977 — Zia-ul-Haq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Imposed on July 5, 1977 by General Zia-ul-Haq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Bhutto's PPP won 1977 elections amid rigging allegations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 Fair Play — army removed Bhutto's government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Constitution suspended, martial law declared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Bhutto was tried, convicted, and executed in 1979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Zia promised elections within 90 days — ruled for 11 years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Zia-ul-Haq's Islamization &amp; Era (1977–1988)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Enforced Sharia laws and Islamic judiciary system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Hudood Ordinances, Zakat and Ushr system introduced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Media heavily censored; opposition crushed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Eighth Amendment: President could dismiss PM and assemblies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Afghan Jihad (1979–1989) — Pakistan became frontline state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Economic growth from remittances and US aid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Died in a plane crash on August 17, 1988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Martial Law of 1999 — Pervez Musharraf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Imposed on October 12, 1999 by General Pervez Musharraf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Prime Minister Nawaz Sharif tried to dismiss Musharraf as COAS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Musharraf's plane was denied landing; army staged a coup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Constitution held in abeyance; Provisional Constitutional Order (PCO)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Musharraf became Chief Executive, later President in 2001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Initially popular — promised reform, accountability, and moderation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Musharraf's Regime (1999–2008)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Post-9/11 alignment with US War on Terror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Pakistan became a key US ally; received billions in aid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Economic reforms — GDP growth reached 7–8% (2002–2007)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Media liberalization — private TV channels flourished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Seventeenth Amendment: strengthened presidential powers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Political crisis: November 3, 2007 — second emergency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Resigned under impeachment threat on August 18, 2008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Comparison of Martial Laws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365760" y="1188720"/>
          <a:ext cx="8412480" cy="3017520"/>
        </p:xfrm>
        <a:graphic>
          <a:graphicData uri="http://schemas.openxmlformats.org/drawingml/2006/table">
            <a:tbl>
              <a:tblPr/>
              <a:tblGrid>
                <a:gridCol w="1645920"/>
                <a:gridCol w="1691640"/>
                <a:gridCol w="1691640"/>
                <a:gridCol w="1691640"/>
                <a:gridCol w="169164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1958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1969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1977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1999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Ruler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Ayub Khan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Yahya Khan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Zia-ul-Haq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Musharraf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Duration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11 yrs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3 yrs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11 yrs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9 yrs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Constitution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Abrogated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Abrogated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Suspended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Held in abeyance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End Cause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Protests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War loss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Plane crash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Impeachment threat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Key Focus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Development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Elections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Islamization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Modernization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Causes of Martial Laws in Pakistan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Weak democratic institutions and political instability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Constitutional crises and governance failures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Corruption and mismanagement by civilian governments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Civil-military imbalance — army seen as 'guardian' of ideology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Foreign policy pressures (Cold War, War on Terror, India)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Elite capture and lack of institutional accountability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Manipulation of elections and political polarization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Effects on Pakistan's Democracy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Strengthened military's role as a political arbiter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Democracy interrupted — 33+ years under military rule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Weak democratic culture; frequent regime changes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Constitutional engineering to legitimize military rule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Erosion of civilian institutions (judiciary, parliament, media)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Periodic transitions to democracy but always fragile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Created a cycle: civilian crisis → martial law → flawed elections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 of Judiciary During Martial Laws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Doctrine of necessity used to validate military coups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1958: Dosso case — Court validated Ayub's coup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1977: Nusrat Bhutto case — Zia's martial law legitimized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1999: Zafar Ali Shah case — Musharraf's coup upheld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Judges who refused to take oath under PCO were removed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Lawyers' Movement (2007–2009) — restored Chief Justice Iftikhar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Mixed legacy: occasional independence but frequent submission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Constitutional Amendments Under Martial Laws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1962 Constitution — presidential system (Ayub)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Eighth Amendment (1985) — President's power to dismiss PM (Zia)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Seventeenth Amendment (2003) — strengthened presidency (Musharraf)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Legal Framework Order (LFO) — changes to constitution via decree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Many amendments later reversed by civilian governments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Demonstrated how military rulers shaped the constitution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Impact on Society &amp; Economy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1960s: Economic growth but widening inequality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1980s: Religious extremism rose with Zia's Islamization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1999–2007: Economic boom but with high external debt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Civil liberties restricted — press censorship, political bans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 system politicized and ideological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Ethnic and sectarian divisions deepened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Brain drain — educated Pakistanis left for better opportunities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Military rule can provide short-term stability but not lasting solutions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democratic institutions are essential for sustainable development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Rule of law must be consistent — not subject to 'doctrine of necessity'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Civilian governments must be accountable and efficient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Civil-military harmony requires clear constitutional roles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Democratic transitions must be respected and protected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people of Pakistan have consistently demanded democracy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Pakistan has experienced four major martial laws spanning over three decades.</a:t>
            </a:r>
            <a:endParaRPr lang="en-US" sz="1600" dirty="0"/>
          </a:p>
          <a:p>
            <a:pPr marL="0" indent="0" algn="ctr">
              <a:lnSpc>
                <a:spcPts val="3000"/>
              </a:lnSpc>
              <a:buNone/>
            </a:pPr>
            <a:endParaRPr lang="en-US" sz="1600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left a deep impact on the nation's political, social, and economic fabric.</a:t>
            </a:r>
            <a:endParaRPr lang="en-US" sz="1600" dirty="0"/>
          </a:p>
          <a:p>
            <a:pPr marL="0" indent="0" algn="ctr">
              <a:lnSpc>
                <a:spcPts val="3000"/>
              </a:lnSpc>
              <a:buNone/>
            </a:pPr>
            <a:endParaRPr lang="en-US" sz="1600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recurring cycle of military intervention reflects structural weaknesses in civilian governance.</a:t>
            </a:r>
            <a:endParaRPr lang="en-US" sz="1600" dirty="0"/>
          </a:p>
          <a:p>
            <a:pPr marL="0" indent="0" algn="ctr">
              <a:lnSpc>
                <a:spcPts val="3000"/>
              </a:lnSpc>
              <a:buNone/>
            </a:pPr>
            <a:endParaRPr lang="en-US" sz="1600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lasting democracy requires strong institutions, rule of law, and an engaged citizenry.</a:t>
            </a:r>
            <a:endParaRPr lang="en-US" sz="16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 Thank You —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7690</Words>
  <Application>WPS Presentation</Application>
  <PresentationFormat>On-screen Show (16:9)</PresentationFormat>
  <Paragraphs>258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 Zohaib Zafar</cp:lastModifiedBy>
  <cp:revision>3</cp:revision>
  <dcterms:created xsi:type="dcterms:W3CDTF">2026-06-28T10:32:00Z</dcterms:created>
  <dcterms:modified xsi:type="dcterms:W3CDTF">2026-06-28T10:38:31Z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0519AA0E414B418E80DB2DC168679803_12</vt:lpwstr>
  </property>
  <property fmtid="{D5CDD505-2E9C-101B-9397-08002B2CF9AE}" pid="3" name="KSOProductBuildVer">
    <vt:lpwstr>1033-12.1.0.26369</vt:lpwstr>
  </property>
</Properties>
</file>